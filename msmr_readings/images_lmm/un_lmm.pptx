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09FF"/>
    <a:srgbClr val="EAF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190" d="100"/>
          <a:sy n="190" d="100"/>
        </p:scale>
        <p:origin x="-2502" y="-24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8F3B-6FAE-8144-9767-107CCE204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7C9E9-C506-8946-B233-954D1C170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674B4-76D9-E442-A650-A40F4099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5B5B-0191-2746-9B11-5C4534A2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CC3E-5E54-0142-838E-6EF3A93E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12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78BE-35D9-764C-8A39-2FE2D951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309F-562E-7C4F-B0FF-4119B7B94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F9DCB-6208-6F4A-A111-3D665BB4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73502-D1A5-8147-9681-8338CDD5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8EAE2-AD8A-0F48-8BE6-8E2F65F3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5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BF2B-E275-6B47-8C1C-9FD085CC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E1DE6-0CAB-3049-A4FC-49A2F1BCB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C470E-9309-244A-B7C7-433990EB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A14F8-6D96-CD41-88B7-10E48E06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2C5A3-81C6-0144-BCE8-4E7C7265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8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17D6-4C89-7641-829B-FF533A1A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3C001-4176-DC42-BC1B-8E439A04D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5D59A-2E0F-664D-95BF-B74BC4436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84411-D924-C74F-9F32-F6749551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ED63A-3399-5C43-97FB-0C91BD2F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A212A-B621-D344-B7EC-34D38429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7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B0D7-800B-494B-B3D0-3274BD408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ED37F-3A33-7F45-96C0-15FA66957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E45D8-F27E-E74B-A753-142924082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074A9-5996-C747-BC29-E97B198FD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2A02C-91B1-0243-A14F-3B321E37F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05159C-8D7C-614D-B141-CEF9A105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E6F42-7345-5843-8832-AAEAB0A1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10ECA9-EABC-AC44-BE70-AA05049E8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7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1A5C-4C56-6E4D-B86F-5C24020F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71EBA-E1DE-7040-B5C6-EE478EB6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6E83E-DEE6-2442-8B64-C28A192A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C488C-03E3-AB43-826D-5DB16017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0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31287F-B045-CD45-9B09-22C0EFB5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96671-598B-9F41-99A4-81F4D2850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C90E6-D0A5-0F49-B3FF-B25C4D0B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3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9BB8-0E38-AF43-80CC-ABFD2D0A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EEC9B-432C-6E4E-B416-DCDDB4350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8FDD4-6CFC-414B-A7B1-21E4A9F2B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366B7-243D-774C-B9ED-2721F358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E4785-633D-C24E-B52F-64AAFC2BD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35C64-517C-0148-B68A-8482CE8D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1612-4A09-7F46-94B1-C0C6FAB9B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B8BDA-808A-A342-81D1-E196B19FC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69624-7E23-ED45-B959-01E00FEC0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5AA6E-AA57-9449-AF8D-43B96C2C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FEA07-AEBC-FB47-B4DD-61987B73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B9D4C-2063-0B4B-8D4E-3AD5F41F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7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991E-4CB6-F340-B28D-0A8ADC5E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FEC8D-53EE-B84F-A266-B510E1699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2AFA7-E821-2B4A-ACC5-3E7A6334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988BA-2206-EA49-87B4-1EAF7EE4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4D718-EA0F-794B-BA5B-44AE0058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EB637-E75C-6641-985F-E73D8F61B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D0619-E030-1B4D-8355-5DC291C66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A37B2-FC05-AA49-8703-6BBD8753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86559-6791-CE4E-A6AD-A4B629B39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88903-9914-7943-8FD4-766A98B3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1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A6D38-EC4D-5241-B8B2-CE2A7A38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5D00-B26B-5B44-843B-47C2433C1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3FD46-4E27-D746-A070-0D1483B78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CBD5E-49E7-7C4F-9044-BAEC7178F38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99E04-D077-CC47-A6D1-EB165C7E9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9BD6F-B912-A747-A157-2A9C33240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6AFE9-90EC-9847-9039-0702A5C2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2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235FFF-F312-A542-A29A-5FAA06983B69}"/>
              </a:ext>
            </a:extLst>
          </p:cNvPr>
          <p:cNvCxnSpPr/>
          <p:nvPr/>
        </p:nvCxnSpPr>
        <p:spPr>
          <a:xfrm>
            <a:off x="2853701" y="5590083"/>
            <a:ext cx="694449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988AFD-B512-214D-BE06-31E56778A56D}"/>
              </a:ext>
            </a:extLst>
          </p:cNvPr>
          <p:cNvCxnSpPr>
            <a:cxnSpLocks/>
          </p:cNvCxnSpPr>
          <p:nvPr/>
        </p:nvCxnSpPr>
        <p:spPr>
          <a:xfrm flipV="1">
            <a:off x="2853701" y="609600"/>
            <a:ext cx="0" cy="49804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B20864C-D539-7E45-A429-C85FC5FC1C12}"/>
              </a:ext>
            </a:extLst>
          </p:cNvPr>
          <p:cNvSpPr/>
          <p:nvPr/>
        </p:nvSpPr>
        <p:spPr>
          <a:xfrm>
            <a:off x="3897568" y="3450021"/>
            <a:ext cx="105104" cy="10510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7B4CDE-9CC0-8747-9D6B-3EC88C4D9C83}"/>
              </a:ext>
            </a:extLst>
          </p:cNvPr>
          <p:cNvSpPr/>
          <p:nvPr/>
        </p:nvSpPr>
        <p:spPr>
          <a:xfrm>
            <a:off x="5058330" y="2002213"/>
            <a:ext cx="105104" cy="10510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2A4815-9568-E741-B155-1146F4B3DD63}"/>
              </a:ext>
            </a:extLst>
          </p:cNvPr>
          <p:cNvSpPr/>
          <p:nvPr/>
        </p:nvSpPr>
        <p:spPr>
          <a:xfrm>
            <a:off x="6975067" y="2148989"/>
            <a:ext cx="105104" cy="10510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36513D-B187-D84B-850D-F9C530D82484}"/>
              </a:ext>
            </a:extLst>
          </p:cNvPr>
          <p:cNvSpPr/>
          <p:nvPr/>
        </p:nvSpPr>
        <p:spPr>
          <a:xfrm>
            <a:off x="8636811" y="1162812"/>
            <a:ext cx="105104" cy="10510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F34176-9269-EE44-903B-F19891AA1BEE}"/>
              </a:ext>
            </a:extLst>
          </p:cNvPr>
          <p:cNvCxnSpPr>
            <a:cxnSpLocks/>
          </p:cNvCxnSpPr>
          <p:nvPr/>
        </p:nvCxnSpPr>
        <p:spPr>
          <a:xfrm flipV="1">
            <a:off x="2492372" y="1267916"/>
            <a:ext cx="6497799" cy="2610402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43EA60-0275-FD42-B26F-4EE4DA21D46B}"/>
              </a:ext>
            </a:extLst>
          </p:cNvPr>
          <p:cNvCxnSpPr>
            <a:cxnSpLocks/>
          </p:cNvCxnSpPr>
          <p:nvPr/>
        </p:nvCxnSpPr>
        <p:spPr>
          <a:xfrm flipV="1">
            <a:off x="2108744" y="3164164"/>
            <a:ext cx="8391090" cy="177044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CF95AD2-90BE-1B43-A5AF-3FCE3781B566}"/>
              </a:ext>
            </a:extLst>
          </p:cNvPr>
          <p:cNvSpPr txBox="1"/>
          <p:nvPr/>
        </p:nvSpPr>
        <p:spPr>
          <a:xfrm>
            <a:off x="10567059" y="2915175"/>
            <a:ext cx="124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overall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8EE632-9AC5-A44C-91BE-43DE8BE91334}"/>
                  </a:ext>
                </a:extLst>
              </p:cNvPr>
              <p:cNvSpPr txBox="1"/>
              <p:nvPr/>
            </p:nvSpPr>
            <p:spPr>
              <a:xfrm>
                <a:off x="2853701" y="4749942"/>
                <a:ext cx="5568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8EE632-9AC5-A44C-91BE-43DE8BE91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701" y="4749942"/>
                <a:ext cx="556819" cy="369332"/>
              </a:xfrm>
              <a:prstGeom prst="rect">
                <a:avLst/>
              </a:prstGeom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2EEADB-3275-4E44-B5C3-0E13EA512568}"/>
                  </a:ext>
                </a:extLst>
              </p:cNvPr>
              <p:cNvSpPr txBox="1"/>
              <p:nvPr/>
            </p:nvSpPr>
            <p:spPr>
              <a:xfrm>
                <a:off x="7614090" y="3719375"/>
                <a:ext cx="55149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2EEADB-3275-4E44-B5C3-0E13EA512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090" y="3719375"/>
                <a:ext cx="551498" cy="369332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FFDEB3-7D00-8D40-ABC5-0B1BBCB76C55}"/>
              </a:ext>
            </a:extLst>
          </p:cNvPr>
          <p:cNvCxnSpPr/>
          <p:nvPr/>
        </p:nvCxnSpPr>
        <p:spPr>
          <a:xfrm>
            <a:off x="6304289" y="4071417"/>
            <a:ext cx="1236883" cy="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548A07-0962-CE45-88CA-72209BA61D85}"/>
              </a:ext>
            </a:extLst>
          </p:cNvPr>
          <p:cNvCxnSpPr>
            <a:cxnSpLocks/>
          </p:cNvCxnSpPr>
          <p:nvPr/>
        </p:nvCxnSpPr>
        <p:spPr>
          <a:xfrm>
            <a:off x="7551683" y="3797043"/>
            <a:ext cx="0" cy="284516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15BDA9-8209-DC4B-A9CF-4394BA22D1F4}"/>
                  </a:ext>
                </a:extLst>
              </p:cNvPr>
              <p:cNvSpPr txBox="1"/>
              <p:nvPr/>
            </p:nvSpPr>
            <p:spPr>
              <a:xfrm>
                <a:off x="6745128" y="4058700"/>
                <a:ext cx="36580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15BDA9-8209-DC4B-A9CF-4394BA22D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128" y="4058700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783F85-F51E-7E42-BBF4-694445E7FED6}"/>
                  </a:ext>
                </a:extLst>
              </p:cNvPr>
              <p:cNvSpPr txBox="1"/>
              <p:nvPr/>
            </p:nvSpPr>
            <p:spPr>
              <a:xfrm>
                <a:off x="1130432" y="3370459"/>
                <a:ext cx="16923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783F85-F51E-7E42-BBF4-694445E7F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432" y="3370459"/>
                <a:ext cx="1692386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BE7F4E-3200-5842-8B3A-ACD29D08EEE0}"/>
              </a:ext>
            </a:extLst>
          </p:cNvPr>
          <p:cNvCxnSpPr/>
          <p:nvPr/>
        </p:nvCxnSpPr>
        <p:spPr>
          <a:xfrm>
            <a:off x="6273527" y="2381691"/>
            <a:ext cx="1236883" cy="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ight Brace 32">
            <a:extLst>
              <a:ext uri="{FF2B5EF4-FFF2-40B4-BE49-F238E27FC236}">
                <a16:creationId xmlns:a16="http://schemas.microsoft.com/office/drawing/2014/main" id="{4B5B5F2E-69A5-E04C-B655-522904D4C861}"/>
              </a:ext>
            </a:extLst>
          </p:cNvPr>
          <p:cNvSpPr/>
          <p:nvPr/>
        </p:nvSpPr>
        <p:spPr>
          <a:xfrm>
            <a:off x="2853701" y="3739791"/>
            <a:ext cx="204809" cy="1010151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2AD44B-7B66-094C-A247-3345EC15B9AB}"/>
                  </a:ext>
                </a:extLst>
              </p:cNvPr>
              <p:cNvSpPr txBox="1"/>
              <p:nvPr/>
            </p:nvSpPr>
            <p:spPr>
              <a:xfrm>
                <a:off x="3120916" y="4028536"/>
                <a:ext cx="505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2AD44B-7B66-094C-A247-3345EC15B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916" y="4028536"/>
                <a:ext cx="505908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D9755A-66B6-D040-B45F-A66160D32035}"/>
                  </a:ext>
                </a:extLst>
              </p:cNvPr>
              <p:cNvSpPr txBox="1"/>
              <p:nvPr/>
            </p:nvSpPr>
            <p:spPr>
              <a:xfrm>
                <a:off x="7541172" y="2080982"/>
                <a:ext cx="551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D9755A-66B6-D040-B45F-A66160D32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172" y="2080982"/>
                <a:ext cx="551498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7D73F0-1A9D-2E47-A331-1355C5D8F2E9}"/>
              </a:ext>
            </a:extLst>
          </p:cNvPr>
          <p:cNvCxnSpPr>
            <a:cxnSpLocks/>
          </p:cNvCxnSpPr>
          <p:nvPr/>
        </p:nvCxnSpPr>
        <p:spPr>
          <a:xfrm>
            <a:off x="7520921" y="2107317"/>
            <a:ext cx="0" cy="284516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A97200C-E0CB-D14B-ABAC-31DB0C6D5164}"/>
                  </a:ext>
                </a:extLst>
              </p:cNvPr>
              <p:cNvSpPr txBox="1"/>
              <p:nvPr/>
            </p:nvSpPr>
            <p:spPr>
              <a:xfrm>
                <a:off x="6714366" y="236897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A97200C-E0CB-D14B-ABAC-31DB0C6D5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366" y="2368974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2690DE-7004-734B-A746-A4874EE3F7A5}"/>
              </a:ext>
            </a:extLst>
          </p:cNvPr>
          <p:cNvCxnSpPr>
            <a:cxnSpLocks/>
          </p:cNvCxnSpPr>
          <p:nvPr/>
        </p:nvCxnSpPr>
        <p:spPr>
          <a:xfrm>
            <a:off x="7520921" y="1831976"/>
            <a:ext cx="0" cy="2753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0E33FC-528F-FA49-A3FB-EE70D74C8BD9}"/>
                  </a:ext>
                </a:extLst>
              </p:cNvPr>
              <p:cNvSpPr txBox="1"/>
              <p:nvPr/>
            </p:nvSpPr>
            <p:spPr>
              <a:xfrm>
                <a:off x="7566628" y="1772281"/>
                <a:ext cx="500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0E33FC-528F-FA49-A3FB-EE70D74C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628" y="1772281"/>
                <a:ext cx="500586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Brace 43">
            <a:extLst>
              <a:ext uri="{FF2B5EF4-FFF2-40B4-BE49-F238E27FC236}">
                <a16:creationId xmlns:a16="http://schemas.microsoft.com/office/drawing/2014/main" id="{B0864F0C-EE01-BD4E-A9B3-31BA877AC86B}"/>
              </a:ext>
            </a:extLst>
          </p:cNvPr>
          <p:cNvSpPr/>
          <p:nvPr/>
        </p:nvSpPr>
        <p:spPr>
          <a:xfrm>
            <a:off x="8165588" y="1772281"/>
            <a:ext cx="253583" cy="61955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BD980DA-941A-FC47-9002-38BCCDB66E56}"/>
                  </a:ext>
                </a:extLst>
              </p:cNvPr>
              <p:cNvSpPr txBox="1"/>
              <p:nvPr/>
            </p:nvSpPr>
            <p:spPr>
              <a:xfrm>
                <a:off x="8527766" y="1846708"/>
                <a:ext cx="167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BD980DA-941A-FC47-9002-38BCCDB66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766" y="1846708"/>
                <a:ext cx="1676420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B4C8A1-C9CB-7743-9030-3E81CA347628}"/>
                  </a:ext>
                </a:extLst>
              </p:cNvPr>
              <p:cNvSpPr txBox="1"/>
              <p:nvPr/>
            </p:nvSpPr>
            <p:spPr>
              <a:xfrm>
                <a:off x="9197490" y="943613"/>
                <a:ext cx="1265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group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line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B4C8A1-C9CB-7743-9030-3E81CA347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490" y="943613"/>
                <a:ext cx="1265475" cy="369332"/>
              </a:xfrm>
              <a:prstGeom prst="rect">
                <a:avLst/>
              </a:prstGeom>
              <a:blipFill>
                <a:blip r:embed="rId11"/>
                <a:stretch>
                  <a:fillRect l="-4000" t="-6667" r="-4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2F126F8-5668-C945-89A8-80DE54704AEC}"/>
              </a:ext>
            </a:extLst>
          </p:cNvPr>
          <p:cNvCxnSpPr>
            <a:cxnSpLocks/>
          </p:cNvCxnSpPr>
          <p:nvPr/>
        </p:nvCxnSpPr>
        <p:spPr>
          <a:xfrm>
            <a:off x="5110882" y="2107317"/>
            <a:ext cx="0" cy="7144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80CDFAF-B327-EA40-B5A6-0AD205A08CA9}"/>
                  </a:ext>
                </a:extLst>
              </p:cNvPr>
              <p:cNvSpPr txBox="1"/>
              <p:nvPr/>
            </p:nvSpPr>
            <p:spPr>
              <a:xfrm>
                <a:off x="4592482" y="2223737"/>
                <a:ext cx="49815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80CDFAF-B327-EA40-B5A6-0AD205A08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482" y="2223737"/>
                <a:ext cx="498150" cy="391646"/>
              </a:xfrm>
              <a:prstGeom prst="rect">
                <a:avLst/>
              </a:prstGeom>
              <a:blipFill>
                <a:blip r:embed="rId1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86EFFF-1E1F-7B49-8EBE-B3F270ABA5E0}"/>
                  </a:ext>
                </a:extLst>
              </p:cNvPr>
              <p:cNvSpPr txBox="1"/>
              <p:nvPr/>
            </p:nvSpPr>
            <p:spPr>
              <a:xfrm>
                <a:off x="939655" y="3047266"/>
                <a:ext cx="1772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group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intercept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86EFFF-1E1F-7B49-8EBE-B3F270ABA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55" y="3047266"/>
                <a:ext cx="1772601" cy="369332"/>
              </a:xfrm>
              <a:prstGeom prst="rect">
                <a:avLst/>
              </a:prstGeom>
              <a:blipFill>
                <a:blip r:embed="rId13"/>
                <a:stretch>
                  <a:fillRect l="-2128" t="-10345" r="-2128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5B7761-EA49-3F42-9801-8F551E67DE0F}"/>
                  </a:ext>
                </a:extLst>
              </p:cNvPr>
              <p:cNvSpPr txBox="1"/>
              <p:nvPr/>
            </p:nvSpPr>
            <p:spPr>
              <a:xfrm>
                <a:off x="10118033" y="1831976"/>
                <a:ext cx="15924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= group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slope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5B7761-EA49-3F42-9801-8F551E67D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033" y="1831976"/>
                <a:ext cx="1592487" cy="369332"/>
              </a:xfrm>
              <a:prstGeom prst="rect">
                <a:avLst/>
              </a:prstGeom>
              <a:blipFill>
                <a:blip r:embed="rId14"/>
                <a:stretch>
                  <a:fillRect l="-3150" t="-6667" r="-157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640A59DF-1AA7-A540-8661-6506DDA85750}"/>
              </a:ext>
            </a:extLst>
          </p:cNvPr>
          <p:cNvSpPr txBox="1"/>
          <p:nvPr/>
        </p:nvSpPr>
        <p:spPr>
          <a:xfrm>
            <a:off x="3568085" y="2244708"/>
            <a:ext cx="113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Residual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6F8E9E-FD9F-8B49-9CFC-75C36E29ABF3}"/>
              </a:ext>
            </a:extLst>
          </p:cNvPr>
          <p:cNvSpPr txBox="1"/>
          <p:nvPr/>
        </p:nvSpPr>
        <p:spPr>
          <a:xfrm>
            <a:off x="3302560" y="4749942"/>
            <a:ext cx="1886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= overall intercept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96C615-3336-B14D-BBA0-1C91A5E37D77}"/>
              </a:ext>
            </a:extLst>
          </p:cNvPr>
          <p:cNvSpPr txBox="1"/>
          <p:nvPr/>
        </p:nvSpPr>
        <p:spPr>
          <a:xfrm>
            <a:off x="8063106" y="3681982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= overall slope</a:t>
            </a:r>
          </a:p>
        </p:txBody>
      </p:sp>
    </p:spTree>
    <p:extLst>
      <p:ext uri="{BB962C8B-B14F-4D97-AF65-F5344CB8AC3E}">
        <p14:creationId xmlns:p14="http://schemas.microsoft.com/office/powerpoint/2010/main" val="425101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0E33FC-528F-FA49-A3FB-EE70D74C8BD9}"/>
                  </a:ext>
                </a:extLst>
              </p:cNvPr>
              <p:cNvSpPr txBox="1"/>
              <p:nvPr/>
            </p:nvSpPr>
            <p:spPr>
              <a:xfrm>
                <a:off x="6592465" y="2172702"/>
                <a:ext cx="53771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0E33FC-528F-FA49-A3FB-EE70D74C8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465" y="2172702"/>
                <a:ext cx="53771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525875-9A20-4674-9CCE-269F9C699E87}"/>
              </a:ext>
            </a:extLst>
          </p:cNvPr>
          <p:cNvCxnSpPr>
            <a:cxnSpLocks/>
          </p:cNvCxnSpPr>
          <p:nvPr/>
        </p:nvCxnSpPr>
        <p:spPr>
          <a:xfrm flipV="1">
            <a:off x="2644772" y="2915175"/>
            <a:ext cx="6693527" cy="1115543"/>
          </a:xfrm>
          <a:prstGeom prst="line">
            <a:avLst/>
          </a:prstGeom>
          <a:ln w="28575">
            <a:solidFill>
              <a:srgbClr val="EAF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F55529-3CBD-47F3-B197-42A574E990EB}"/>
              </a:ext>
            </a:extLst>
          </p:cNvPr>
          <p:cNvCxnSpPr>
            <a:cxnSpLocks/>
          </p:cNvCxnSpPr>
          <p:nvPr/>
        </p:nvCxnSpPr>
        <p:spPr>
          <a:xfrm flipV="1">
            <a:off x="2503963" y="2781376"/>
            <a:ext cx="6834336" cy="244467"/>
          </a:xfrm>
          <a:prstGeom prst="line">
            <a:avLst/>
          </a:prstGeom>
          <a:ln w="28575">
            <a:solidFill>
              <a:srgbClr val="EAF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6F4A9C-C178-483C-AF57-2C0307352322}"/>
              </a:ext>
            </a:extLst>
          </p:cNvPr>
          <p:cNvCxnSpPr>
            <a:cxnSpLocks/>
          </p:cNvCxnSpPr>
          <p:nvPr/>
        </p:nvCxnSpPr>
        <p:spPr>
          <a:xfrm flipV="1">
            <a:off x="2505498" y="3083193"/>
            <a:ext cx="7095208" cy="2415096"/>
          </a:xfrm>
          <a:prstGeom prst="line">
            <a:avLst/>
          </a:prstGeom>
          <a:ln w="28575">
            <a:solidFill>
              <a:srgbClr val="EAF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D3C4CB3-999E-4268-B5C7-6AEB9C0D28AF}"/>
              </a:ext>
            </a:extLst>
          </p:cNvPr>
          <p:cNvCxnSpPr>
            <a:cxnSpLocks/>
          </p:cNvCxnSpPr>
          <p:nvPr/>
        </p:nvCxnSpPr>
        <p:spPr>
          <a:xfrm flipV="1">
            <a:off x="2797172" y="3762571"/>
            <a:ext cx="6902456" cy="420549"/>
          </a:xfrm>
          <a:prstGeom prst="line">
            <a:avLst/>
          </a:prstGeom>
          <a:ln w="28575">
            <a:solidFill>
              <a:srgbClr val="EAF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9FBF375-E22C-42AA-9371-E98A2B1E4AE6}"/>
              </a:ext>
            </a:extLst>
          </p:cNvPr>
          <p:cNvCxnSpPr>
            <a:cxnSpLocks/>
          </p:cNvCxnSpPr>
          <p:nvPr/>
        </p:nvCxnSpPr>
        <p:spPr>
          <a:xfrm flipV="1">
            <a:off x="2454867" y="4316575"/>
            <a:ext cx="6693527" cy="887676"/>
          </a:xfrm>
          <a:prstGeom prst="line">
            <a:avLst/>
          </a:prstGeom>
          <a:ln w="28575">
            <a:solidFill>
              <a:srgbClr val="EAF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235FFF-F312-A542-A29A-5FAA06983B69}"/>
              </a:ext>
            </a:extLst>
          </p:cNvPr>
          <p:cNvCxnSpPr/>
          <p:nvPr/>
        </p:nvCxnSpPr>
        <p:spPr>
          <a:xfrm>
            <a:off x="2853701" y="5590083"/>
            <a:ext cx="694449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988AFD-B512-214D-BE06-31E56778A56D}"/>
              </a:ext>
            </a:extLst>
          </p:cNvPr>
          <p:cNvCxnSpPr>
            <a:cxnSpLocks/>
          </p:cNvCxnSpPr>
          <p:nvPr/>
        </p:nvCxnSpPr>
        <p:spPr>
          <a:xfrm flipV="1">
            <a:off x="2853701" y="609600"/>
            <a:ext cx="0" cy="49804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B20864C-D539-7E45-A429-C85FC5FC1C12}"/>
              </a:ext>
            </a:extLst>
          </p:cNvPr>
          <p:cNvSpPr/>
          <p:nvPr/>
        </p:nvSpPr>
        <p:spPr>
          <a:xfrm>
            <a:off x="3897568" y="3450021"/>
            <a:ext cx="105104" cy="1051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7B4CDE-9CC0-8747-9D6B-3EC88C4D9C83}"/>
              </a:ext>
            </a:extLst>
          </p:cNvPr>
          <p:cNvSpPr/>
          <p:nvPr/>
        </p:nvSpPr>
        <p:spPr>
          <a:xfrm>
            <a:off x="5058330" y="2002213"/>
            <a:ext cx="105104" cy="1051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2A4815-9568-E741-B155-1146F4B3DD63}"/>
              </a:ext>
            </a:extLst>
          </p:cNvPr>
          <p:cNvSpPr/>
          <p:nvPr/>
        </p:nvSpPr>
        <p:spPr>
          <a:xfrm>
            <a:off x="7441228" y="2083250"/>
            <a:ext cx="105104" cy="1051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36513D-B187-D84B-850D-F9C530D82484}"/>
              </a:ext>
            </a:extLst>
          </p:cNvPr>
          <p:cNvSpPr/>
          <p:nvPr/>
        </p:nvSpPr>
        <p:spPr>
          <a:xfrm>
            <a:off x="8636811" y="1162812"/>
            <a:ext cx="105104" cy="1051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F34176-9269-EE44-903B-F19891AA1BEE}"/>
              </a:ext>
            </a:extLst>
          </p:cNvPr>
          <p:cNvCxnSpPr>
            <a:cxnSpLocks/>
          </p:cNvCxnSpPr>
          <p:nvPr/>
        </p:nvCxnSpPr>
        <p:spPr>
          <a:xfrm flipV="1">
            <a:off x="2492372" y="1267916"/>
            <a:ext cx="6497799" cy="261040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43EA60-0275-FD42-B26F-4EE4DA21D46B}"/>
              </a:ext>
            </a:extLst>
          </p:cNvPr>
          <p:cNvCxnSpPr>
            <a:cxnSpLocks/>
          </p:cNvCxnSpPr>
          <p:nvPr/>
        </p:nvCxnSpPr>
        <p:spPr>
          <a:xfrm flipV="1">
            <a:off x="2492372" y="3164165"/>
            <a:ext cx="8007462" cy="1680577"/>
          </a:xfrm>
          <a:prstGeom prst="line">
            <a:avLst/>
          </a:prstGeom>
          <a:ln w="28575">
            <a:solidFill>
              <a:srgbClr val="490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CF95AD2-90BE-1B43-A5AF-3FCE3781B566}"/>
              </a:ext>
            </a:extLst>
          </p:cNvPr>
          <p:cNvSpPr txBox="1"/>
          <p:nvPr/>
        </p:nvSpPr>
        <p:spPr>
          <a:xfrm>
            <a:off x="10452690" y="2961568"/>
            <a:ext cx="124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909FF"/>
                </a:solidFill>
              </a:rPr>
              <a:t>overall 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8EE632-9AC5-A44C-91BE-43DE8BE91334}"/>
                  </a:ext>
                </a:extLst>
              </p:cNvPr>
              <p:cNvSpPr txBox="1"/>
              <p:nvPr/>
            </p:nvSpPr>
            <p:spPr>
              <a:xfrm>
                <a:off x="1732664" y="4663777"/>
                <a:ext cx="462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4909FF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8EE632-9AC5-A44C-91BE-43DE8BE91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664" y="4663777"/>
                <a:ext cx="4626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2EEADB-3275-4E44-B5C3-0E13EA512568}"/>
                  </a:ext>
                </a:extLst>
              </p:cNvPr>
              <p:cNvSpPr txBox="1"/>
              <p:nvPr/>
            </p:nvSpPr>
            <p:spPr>
              <a:xfrm>
                <a:off x="6639927" y="3904646"/>
                <a:ext cx="45730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4909FF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2EEADB-3275-4E44-B5C3-0E13EA512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27" y="3904646"/>
                <a:ext cx="4573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FFDEB3-7D00-8D40-ABC5-0B1BBCB76C55}"/>
              </a:ext>
            </a:extLst>
          </p:cNvPr>
          <p:cNvCxnSpPr/>
          <p:nvPr/>
        </p:nvCxnSpPr>
        <p:spPr>
          <a:xfrm>
            <a:off x="5330126" y="4256688"/>
            <a:ext cx="1236883" cy="0"/>
          </a:xfrm>
          <a:prstGeom prst="line">
            <a:avLst/>
          </a:prstGeom>
          <a:ln w="19050">
            <a:solidFill>
              <a:srgbClr val="4909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548A07-0962-CE45-88CA-72209BA61D85}"/>
              </a:ext>
            </a:extLst>
          </p:cNvPr>
          <p:cNvCxnSpPr>
            <a:cxnSpLocks/>
          </p:cNvCxnSpPr>
          <p:nvPr/>
        </p:nvCxnSpPr>
        <p:spPr>
          <a:xfrm>
            <a:off x="6577520" y="3982314"/>
            <a:ext cx="0" cy="284516"/>
          </a:xfrm>
          <a:prstGeom prst="line">
            <a:avLst/>
          </a:prstGeom>
          <a:ln w="38100">
            <a:solidFill>
              <a:srgbClr val="490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15BDA9-8209-DC4B-A9CF-4394BA22D1F4}"/>
                  </a:ext>
                </a:extLst>
              </p:cNvPr>
              <p:cNvSpPr txBox="1"/>
              <p:nvPr/>
            </p:nvSpPr>
            <p:spPr>
              <a:xfrm>
                <a:off x="5770965" y="4243971"/>
                <a:ext cx="36580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909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4909FF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15BDA9-8209-DC4B-A9CF-4394BA22D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965" y="4243971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783F85-F51E-7E42-BBF4-694445E7FED6}"/>
                  </a:ext>
                </a:extLst>
              </p:cNvPr>
              <p:cNvSpPr txBox="1"/>
              <p:nvPr/>
            </p:nvSpPr>
            <p:spPr>
              <a:xfrm>
                <a:off x="1302921" y="3661386"/>
                <a:ext cx="1236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783F85-F51E-7E42-BBF4-694445E7F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921" y="3661386"/>
                <a:ext cx="1236172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BE7F4E-3200-5842-8B3A-ACD29D08EEE0}"/>
              </a:ext>
            </a:extLst>
          </p:cNvPr>
          <p:cNvCxnSpPr/>
          <p:nvPr/>
        </p:nvCxnSpPr>
        <p:spPr>
          <a:xfrm>
            <a:off x="5299364" y="2782112"/>
            <a:ext cx="1236883" cy="0"/>
          </a:xfrm>
          <a:prstGeom prst="line">
            <a:avLst/>
          </a:prstGeom>
          <a:ln w="19050">
            <a:solidFill>
              <a:srgbClr val="4909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ight Brace 32">
            <a:extLst>
              <a:ext uri="{FF2B5EF4-FFF2-40B4-BE49-F238E27FC236}">
                <a16:creationId xmlns:a16="http://schemas.microsoft.com/office/drawing/2014/main" id="{4B5B5F2E-69A5-E04C-B655-522904D4C861}"/>
              </a:ext>
            </a:extLst>
          </p:cNvPr>
          <p:cNvSpPr/>
          <p:nvPr/>
        </p:nvSpPr>
        <p:spPr>
          <a:xfrm>
            <a:off x="2853701" y="3739791"/>
            <a:ext cx="204809" cy="1010151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2AD44B-7B66-094C-A247-3345EC15B9AB}"/>
                  </a:ext>
                </a:extLst>
              </p:cNvPr>
              <p:cNvSpPr txBox="1"/>
              <p:nvPr/>
            </p:nvSpPr>
            <p:spPr>
              <a:xfrm>
                <a:off x="3120916" y="4028536"/>
                <a:ext cx="54303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2AD44B-7B66-094C-A247-3345EC15B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916" y="4028536"/>
                <a:ext cx="543034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D9755A-66B6-D040-B45F-A66160D32035}"/>
                  </a:ext>
                </a:extLst>
              </p:cNvPr>
              <p:cNvSpPr txBox="1"/>
              <p:nvPr/>
            </p:nvSpPr>
            <p:spPr>
              <a:xfrm>
                <a:off x="6567009" y="2481403"/>
                <a:ext cx="4573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4909FF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D9755A-66B6-D040-B45F-A66160D32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09" y="2481403"/>
                <a:ext cx="4573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7D73F0-1A9D-2E47-A331-1355C5D8F2E9}"/>
              </a:ext>
            </a:extLst>
          </p:cNvPr>
          <p:cNvCxnSpPr>
            <a:cxnSpLocks/>
          </p:cNvCxnSpPr>
          <p:nvPr/>
        </p:nvCxnSpPr>
        <p:spPr>
          <a:xfrm>
            <a:off x="6546758" y="2507738"/>
            <a:ext cx="0" cy="284516"/>
          </a:xfrm>
          <a:prstGeom prst="line">
            <a:avLst/>
          </a:prstGeom>
          <a:ln w="38100">
            <a:solidFill>
              <a:srgbClr val="490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A97200C-E0CB-D14B-ABAC-31DB0C6D5164}"/>
                  </a:ext>
                </a:extLst>
              </p:cNvPr>
              <p:cNvSpPr txBox="1"/>
              <p:nvPr/>
            </p:nvSpPr>
            <p:spPr>
              <a:xfrm>
                <a:off x="5740203" y="276939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909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4909FF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A97200C-E0CB-D14B-ABAC-31DB0C6D5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203" y="2769395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2690DE-7004-734B-A746-A4874EE3F7A5}"/>
              </a:ext>
            </a:extLst>
          </p:cNvPr>
          <p:cNvCxnSpPr>
            <a:cxnSpLocks/>
          </p:cNvCxnSpPr>
          <p:nvPr/>
        </p:nvCxnSpPr>
        <p:spPr>
          <a:xfrm>
            <a:off x="6546758" y="2247129"/>
            <a:ext cx="0" cy="260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ight Brace 43">
            <a:extLst>
              <a:ext uri="{FF2B5EF4-FFF2-40B4-BE49-F238E27FC236}">
                <a16:creationId xmlns:a16="http://schemas.microsoft.com/office/drawing/2014/main" id="{B0864F0C-EE01-BD4E-A9B3-31BA877AC86B}"/>
              </a:ext>
            </a:extLst>
          </p:cNvPr>
          <p:cNvSpPr/>
          <p:nvPr/>
        </p:nvSpPr>
        <p:spPr>
          <a:xfrm>
            <a:off x="7018113" y="2190630"/>
            <a:ext cx="253583" cy="61955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BD980DA-941A-FC47-9002-38BCCDB66E56}"/>
                  </a:ext>
                </a:extLst>
              </p:cNvPr>
              <p:cNvSpPr txBox="1"/>
              <p:nvPr/>
            </p:nvSpPr>
            <p:spPr>
              <a:xfrm>
                <a:off x="8587197" y="2280148"/>
                <a:ext cx="1225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909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BD980DA-941A-FC47-9002-38BCCDB66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197" y="2280148"/>
                <a:ext cx="1225528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B4C8A1-C9CB-7743-9030-3E81CA347628}"/>
                  </a:ext>
                </a:extLst>
              </p:cNvPr>
              <p:cNvSpPr txBox="1"/>
              <p:nvPr/>
            </p:nvSpPr>
            <p:spPr>
              <a:xfrm>
                <a:off x="8928196" y="1048637"/>
                <a:ext cx="1265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group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line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B4C8A1-C9CB-7743-9030-3E81CA347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196" y="1048637"/>
                <a:ext cx="1265475" cy="369332"/>
              </a:xfrm>
              <a:prstGeom prst="rect">
                <a:avLst/>
              </a:prstGeom>
              <a:blipFill>
                <a:blip r:embed="rId11"/>
                <a:stretch>
                  <a:fillRect l="-4348" t="-8197" r="-3865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2F126F8-5668-C945-89A8-80DE54704AEC}"/>
              </a:ext>
            </a:extLst>
          </p:cNvPr>
          <p:cNvCxnSpPr>
            <a:cxnSpLocks/>
          </p:cNvCxnSpPr>
          <p:nvPr/>
        </p:nvCxnSpPr>
        <p:spPr>
          <a:xfrm>
            <a:off x="5110882" y="2107317"/>
            <a:ext cx="0" cy="714452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80CDFAF-B327-EA40-B5A6-0AD205A08CA9}"/>
                  </a:ext>
                </a:extLst>
              </p:cNvPr>
              <p:cNvSpPr txBox="1"/>
              <p:nvPr/>
            </p:nvSpPr>
            <p:spPr>
              <a:xfrm>
                <a:off x="4592482" y="2223737"/>
                <a:ext cx="49815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80CDFAF-B327-EA40-B5A6-0AD205A08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482" y="2223737"/>
                <a:ext cx="498150" cy="391646"/>
              </a:xfrm>
              <a:prstGeom prst="rect">
                <a:avLst/>
              </a:prstGeom>
              <a:blipFill>
                <a:blip r:embed="rId1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86EFFF-1E1F-7B49-8EBE-B3F270ABA5E0}"/>
                  </a:ext>
                </a:extLst>
              </p:cNvPr>
              <p:cNvSpPr txBox="1"/>
              <p:nvPr/>
            </p:nvSpPr>
            <p:spPr>
              <a:xfrm>
                <a:off x="1092830" y="3406513"/>
                <a:ext cx="177260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group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intercept</a:t>
                </a: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86EFFF-1E1F-7B49-8EBE-B3F270ABA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830" y="3406513"/>
                <a:ext cx="1772601" cy="369332"/>
              </a:xfrm>
              <a:prstGeom prst="rect">
                <a:avLst/>
              </a:prstGeom>
              <a:blipFill>
                <a:blip r:embed="rId13"/>
                <a:stretch>
                  <a:fillRect l="-2749" t="-10000" r="-3093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5B7761-EA49-3F42-9801-8F551E67DE0F}"/>
                  </a:ext>
                </a:extLst>
              </p:cNvPr>
              <p:cNvSpPr txBox="1"/>
              <p:nvPr/>
            </p:nvSpPr>
            <p:spPr>
              <a:xfrm>
                <a:off x="7271696" y="2277572"/>
                <a:ext cx="1424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group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slope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5B7761-EA49-3F42-9801-8F551E67D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696" y="2277572"/>
                <a:ext cx="1424172" cy="369332"/>
              </a:xfrm>
              <a:prstGeom prst="rect">
                <a:avLst/>
              </a:prstGeom>
              <a:blipFill>
                <a:blip r:embed="rId14"/>
                <a:stretch>
                  <a:fillRect l="-3863" t="-10000" r="-3433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640A59DF-1AA7-A540-8661-6506DDA85750}"/>
              </a:ext>
            </a:extLst>
          </p:cNvPr>
          <p:cNvSpPr txBox="1"/>
          <p:nvPr/>
        </p:nvSpPr>
        <p:spPr>
          <a:xfrm>
            <a:off x="3630838" y="2244708"/>
            <a:ext cx="109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residual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6F8E9E-FD9F-8B49-9CFC-75C36E29ABF3}"/>
              </a:ext>
            </a:extLst>
          </p:cNvPr>
          <p:cNvSpPr txBox="1"/>
          <p:nvPr/>
        </p:nvSpPr>
        <p:spPr>
          <a:xfrm>
            <a:off x="1147783" y="4447338"/>
            <a:ext cx="1717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909FF"/>
                </a:solidFill>
              </a:rPr>
              <a:t>overall intercept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96C615-3336-B14D-BBA0-1C91A5E37D77}"/>
              </a:ext>
            </a:extLst>
          </p:cNvPr>
          <p:cNvSpPr txBox="1"/>
          <p:nvPr/>
        </p:nvSpPr>
        <p:spPr>
          <a:xfrm>
            <a:off x="6981365" y="3912078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909FF"/>
                </a:solidFill>
              </a:rPr>
              <a:t>= overall slope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6EBDF8-6931-4737-A400-B609FA6CB975}"/>
              </a:ext>
            </a:extLst>
          </p:cNvPr>
          <p:cNvSpPr txBox="1"/>
          <p:nvPr/>
        </p:nvSpPr>
        <p:spPr>
          <a:xfrm>
            <a:off x="2698418" y="4557840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4909FF"/>
                </a:solidFill>
              </a:rPr>
              <a:t>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B230D5-05E0-4862-AF4A-C332601F1D8D}"/>
              </a:ext>
            </a:extLst>
          </p:cNvPr>
          <p:cNvSpPr txBox="1"/>
          <p:nvPr/>
        </p:nvSpPr>
        <p:spPr>
          <a:xfrm>
            <a:off x="2701019" y="3515873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5057EA-698B-4D31-A3C7-D846765E1F39}"/>
              </a:ext>
            </a:extLst>
          </p:cNvPr>
          <p:cNvSpPr txBox="1"/>
          <p:nvPr/>
        </p:nvSpPr>
        <p:spPr>
          <a:xfrm>
            <a:off x="2714654" y="55976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B9B707-B3E9-4BC3-86B6-8E8BC4C7159D}"/>
              </a:ext>
            </a:extLst>
          </p:cNvPr>
          <p:cNvCxnSpPr/>
          <p:nvPr/>
        </p:nvCxnSpPr>
        <p:spPr>
          <a:xfrm>
            <a:off x="4090584" y="5587507"/>
            <a:ext cx="0" cy="1182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4175B7D-9FD8-4B6A-8363-27D62C866807}"/>
              </a:ext>
            </a:extLst>
          </p:cNvPr>
          <p:cNvCxnSpPr/>
          <p:nvPr/>
        </p:nvCxnSpPr>
        <p:spPr>
          <a:xfrm>
            <a:off x="5344643" y="5587507"/>
            <a:ext cx="0" cy="1182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C16F2EC-F3BD-4372-9D99-65F03E860EDA}"/>
              </a:ext>
            </a:extLst>
          </p:cNvPr>
          <p:cNvCxnSpPr/>
          <p:nvPr/>
        </p:nvCxnSpPr>
        <p:spPr>
          <a:xfrm>
            <a:off x="6581526" y="5587507"/>
            <a:ext cx="0" cy="1182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370AE08-02CF-492F-816C-306E29F2B9C9}"/>
              </a:ext>
            </a:extLst>
          </p:cNvPr>
          <p:cNvCxnSpPr/>
          <p:nvPr/>
        </p:nvCxnSpPr>
        <p:spPr>
          <a:xfrm>
            <a:off x="7818409" y="5587507"/>
            <a:ext cx="0" cy="1182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4AF1E59-4CEA-4E24-9AA1-5844D059F4CE}"/>
              </a:ext>
            </a:extLst>
          </p:cNvPr>
          <p:cNvCxnSpPr/>
          <p:nvPr/>
        </p:nvCxnSpPr>
        <p:spPr>
          <a:xfrm>
            <a:off x="9055292" y="5590728"/>
            <a:ext cx="0" cy="1182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282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77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NOE Umberto</dc:creator>
  <cp:lastModifiedBy>Josiah King</cp:lastModifiedBy>
  <cp:revision>11</cp:revision>
  <dcterms:created xsi:type="dcterms:W3CDTF">2021-02-02T12:59:13Z</dcterms:created>
  <dcterms:modified xsi:type="dcterms:W3CDTF">2026-04-01T08:54:57Z</dcterms:modified>
</cp:coreProperties>
</file>