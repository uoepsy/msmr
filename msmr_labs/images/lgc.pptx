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625B-B9B2-4FFE-8BDA-8C9CEAC16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D21BF-68BE-4C98-8957-6D54923B5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9C654-2CFB-4FBA-A214-575A2DE1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CFDDF-DC38-4276-A724-FCDED22D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89C3E-B3B1-4A32-B910-A2A6E0232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80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40AA-42AB-43E3-809E-5C78961D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7DC87-3E04-43EC-B27F-CA01FEF4E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374C8-531A-443C-ABCB-DCFAC327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5DD6-EB49-4688-9DED-DE5F6EFF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F5A6F-5EA3-443B-AE98-E35F0FFD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1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3CD1-CBC0-48B3-8EEB-0FFB7468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933DE-D017-426F-A149-4253319AE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D10FC-CFAC-4A52-A6A1-BC7A8930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878A8-6136-45FA-B628-B762F6BC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76A8D-3810-4944-95B4-DC95B360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05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549B-CB9E-44C2-8979-7123F896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E6D29-01C4-421D-91B1-0F847EB0F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3B4BA-B124-4BAC-B9EF-4F0102B84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47942-0A85-4B6C-BED5-7C623DC1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ADDC4-D0B4-4BE6-868D-D1FFF40B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52B79-D590-4F6E-97D0-B687F3E0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13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BBA9-45C9-4EB3-B9E8-29D41912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7F8A-13D2-4503-B5A1-B55938C44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9B3C-7A0D-4F7A-8D09-1E5265DA3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86EAF-92C1-4D30-82FE-01D778E99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C469D-0D54-4AB2-B43C-C030E45E8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34A07-CF45-4BD9-94C2-79CD3A66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08FF0-2517-4E78-83D1-F1B7249B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3867A-BA74-49F5-B9B9-F3A46A60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74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4CA7-F132-4EA5-AD84-7BFBB5C9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5672B3-61F5-4F33-9964-B8E4D915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44B8D-D323-4CB0-BA52-055582A8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95791-16EA-44C9-9055-FD5A2708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79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5D6F8-4487-40F6-87F8-71F287D9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69702-3DF8-4844-BF24-BA808CFF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97691-DB3B-4007-9874-78F70A06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3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6E113-1EB6-4F4A-B2DC-A29FE864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0106E-FFEA-453A-B530-AB6DF1513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67568-0D34-415F-814F-2F758B079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185B-D865-4AEA-80DE-3A9937724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92401-5F39-4753-832B-337B94F3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9FACA-89ED-4070-93E2-2063C799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8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E91C-FC5F-4BA8-A992-0CD5037C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D9BA8-3752-43A8-BCA7-0FE69B3FB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50214-5EC5-4B70-B187-111EA4D2C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190D0-9213-465A-8FBB-DF469634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5725B-953C-45FD-8F51-0C58672D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F5996-3476-4186-87C5-C465EE08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98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B6FC-4264-4BD7-92BF-32A87752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C322A-CD41-46B6-BD91-75A006BB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24304-97F9-4506-BF0D-71230D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966E-045D-469A-9DD6-C1435DCF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939B3-A5A7-484A-ACF3-EAEA520B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36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6524-0E93-4578-AEAD-852407B3B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F3B10-22C0-4B84-9E14-4582DE76F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EA9C1-C892-4A51-9921-19236EE4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32E08-798C-4485-8581-CEBC7B5B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4A59-7232-4F3E-913C-1508B223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14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4648E-A91C-4391-B7CA-D5E8685E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1B4A2-7CC3-4F5A-BDF0-B97B542A6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1DCE0-D873-492D-89E6-1D5F1F62B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D4B86-E6D1-48F8-9FB2-386E03E08A8C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0A23-57FB-42FB-99FB-36A0A369A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0F9E8-58C1-4EB9-981A-A56E03370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7BD00-692B-46D2-8E2E-7D94D9AFD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32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E45DA01-FBB0-435F-BAD0-A9EE3CE31455}"/>
              </a:ext>
            </a:extLst>
          </p:cNvPr>
          <p:cNvSpPr/>
          <p:nvPr/>
        </p:nvSpPr>
        <p:spPr>
          <a:xfrm>
            <a:off x="3440362" y="1154127"/>
            <a:ext cx="1676400" cy="1676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Intercepts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CAFE7C-13F1-41D2-9044-0310A9A76A48}"/>
              </a:ext>
            </a:extLst>
          </p:cNvPr>
          <p:cNvSpPr/>
          <p:nvPr/>
        </p:nvSpPr>
        <p:spPr>
          <a:xfrm>
            <a:off x="6970352" y="1154126"/>
            <a:ext cx="1676400" cy="1676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Slopes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2602D-C5F2-424A-BB52-F06BCF26901F}"/>
              </a:ext>
            </a:extLst>
          </p:cNvPr>
          <p:cNvSpPr/>
          <p:nvPr/>
        </p:nvSpPr>
        <p:spPr>
          <a:xfrm>
            <a:off x="3098798" y="4720166"/>
            <a:ext cx="778933" cy="778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EF5BFE-DDA4-4CB2-B9DD-799681950702}"/>
              </a:ext>
            </a:extLst>
          </p:cNvPr>
          <p:cNvSpPr/>
          <p:nvPr/>
        </p:nvSpPr>
        <p:spPr>
          <a:xfrm>
            <a:off x="4411132" y="4720166"/>
            <a:ext cx="778933" cy="778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D1CA9-5F3A-4EA3-8CD9-6C2C3BC6B575}"/>
              </a:ext>
            </a:extLst>
          </p:cNvPr>
          <p:cNvSpPr/>
          <p:nvPr/>
        </p:nvSpPr>
        <p:spPr>
          <a:xfrm>
            <a:off x="5723466" y="4720166"/>
            <a:ext cx="778933" cy="778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3541CE-BA44-4EF4-9D61-B7204DCDBB2C}"/>
              </a:ext>
            </a:extLst>
          </p:cNvPr>
          <p:cNvSpPr/>
          <p:nvPr/>
        </p:nvSpPr>
        <p:spPr>
          <a:xfrm>
            <a:off x="7035800" y="4720166"/>
            <a:ext cx="778933" cy="778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ADE76-EB0B-4EDA-A955-DFF1791C9DB7}"/>
              </a:ext>
            </a:extLst>
          </p:cNvPr>
          <p:cNvSpPr/>
          <p:nvPr/>
        </p:nvSpPr>
        <p:spPr>
          <a:xfrm>
            <a:off x="8348134" y="4720165"/>
            <a:ext cx="778933" cy="778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55BB2D-D094-4FA4-875C-A29D10917DA5}"/>
              </a:ext>
            </a:extLst>
          </p:cNvPr>
          <p:cNvCxnSpPr>
            <a:stCxn id="5" idx="4"/>
            <a:endCxn id="8" idx="0"/>
          </p:cNvCxnSpPr>
          <p:nvPr/>
        </p:nvCxnSpPr>
        <p:spPr>
          <a:xfrm flipH="1">
            <a:off x="3488265" y="2830527"/>
            <a:ext cx="790297" cy="1889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90C94B-D69E-49EB-8158-678EBEADD38B}"/>
              </a:ext>
            </a:extLst>
          </p:cNvPr>
          <p:cNvCxnSpPr>
            <a:stCxn id="5" idx="4"/>
            <a:endCxn id="9" idx="0"/>
          </p:cNvCxnSpPr>
          <p:nvPr/>
        </p:nvCxnSpPr>
        <p:spPr>
          <a:xfrm>
            <a:off x="4278562" y="2830527"/>
            <a:ext cx="522037" cy="1889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9CD276-4343-48CF-818F-28BBA4C6B052}"/>
              </a:ext>
            </a:extLst>
          </p:cNvPr>
          <p:cNvCxnSpPr>
            <a:stCxn id="5" idx="4"/>
            <a:endCxn id="10" idx="0"/>
          </p:cNvCxnSpPr>
          <p:nvPr/>
        </p:nvCxnSpPr>
        <p:spPr>
          <a:xfrm>
            <a:off x="4278562" y="2830527"/>
            <a:ext cx="1834371" cy="1889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669B4B-6184-4251-A6B2-4929A666A01F}"/>
              </a:ext>
            </a:extLst>
          </p:cNvPr>
          <p:cNvCxnSpPr>
            <a:stCxn id="5" idx="4"/>
            <a:endCxn id="11" idx="0"/>
          </p:cNvCxnSpPr>
          <p:nvPr/>
        </p:nvCxnSpPr>
        <p:spPr>
          <a:xfrm>
            <a:off x="4278562" y="2830527"/>
            <a:ext cx="3146705" cy="1889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088D45-F88D-4A2A-B6DD-62CC7CCF47D6}"/>
              </a:ext>
            </a:extLst>
          </p:cNvPr>
          <p:cNvCxnSpPr>
            <a:stCxn id="5" idx="4"/>
            <a:endCxn id="12" idx="0"/>
          </p:cNvCxnSpPr>
          <p:nvPr/>
        </p:nvCxnSpPr>
        <p:spPr>
          <a:xfrm>
            <a:off x="4278562" y="2830527"/>
            <a:ext cx="4459039" cy="18896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A7C814-DCB9-423A-889A-19D091C63A5B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3488265" y="2830526"/>
            <a:ext cx="4320287" cy="1889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73D4F4-5047-4DD6-A852-25784577DBFC}"/>
              </a:ext>
            </a:extLst>
          </p:cNvPr>
          <p:cNvCxnSpPr>
            <a:stCxn id="6" idx="4"/>
            <a:endCxn id="9" idx="0"/>
          </p:cNvCxnSpPr>
          <p:nvPr/>
        </p:nvCxnSpPr>
        <p:spPr>
          <a:xfrm flipH="1">
            <a:off x="4800599" y="2830526"/>
            <a:ext cx="3007953" cy="1889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7E4100-0E31-4D1F-8772-CDAB17B99054}"/>
              </a:ext>
            </a:extLst>
          </p:cNvPr>
          <p:cNvCxnSpPr>
            <a:stCxn id="6" idx="4"/>
            <a:endCxn id="10" idx="0"/>
          </p:cNvCxnSpPr>
          <p:nvPr/>
        </p:nvCxnSpPr>
        <p:spPr>
          <a:xfrm flipH="1">
            <a:off x="6112933" y="2830526"/>
            <a:ext cx="1695619" cy="1889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F41EB6-ACB1-46BA-81E5-82B503BB2DDF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7425267" y="2830526"/>
            <a:ext cx="383285" cy="1889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6677211-5BB9-4962-8113-8DCC2FA007E4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7808552" y="2830526"/>
            <a:ext cx="929049" cy="1889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B0C7AD0-8694-43F1-98BC-C1589B98D424}"/>
              </a:ext>
            </a:extLst>
          </p:cNvPr>
          <p:cNvSpPr txBox="1"/>
          <p:nvPr/>
        </p:nvSpPr>
        <p:spPr>
          <a:xfrm>
            <a:off x="6290954" y="3105770"/>
            <a:ext cx="3159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3BB1CD-C996-47A2-B58D-942126A9F0B6}"/>
              </a:ext>
            </a:extLst>
          </p:cNvPr>
          <p:cNvSpPr txBox="1"/>
          <p:nvPr/>
        </p:nvSpPr>
        <p:spPr>
          <a:xfrm>
            <a:off x="3522993" y="3713201"/>
            <a:ext cx="3122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404078-143A-4538-BC76-E4ABE6600546}"/>
              </a:ext>
            </a:extLst>
          </p:cNvPr>
          <p:cNvSpPr txBox="1"/>
          <p:nvPr/>
        </p:nvSpPr>
        <p:spPr>
          <a:xfrm>
            <a:off x="4151532" y="3547558"/>
            <a:ext cx="3122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78BF95-BA7A-4E7D-84BB-6D4B18D1A153}"/>
              </a:ext>
            </a:extLst>
          </p:cNvPr>
          <p:cNvSpPr txBox="1"/>
          <p:nvPr/>
        </p:nvSpPr>
        <p:spPr>
          <a:xfrm>
            <a:off x="4627478" y="3353936"/>
            <a:ext cx="3122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10884C-FAB3-4A39-8313-048DBCFCF9D8}"/>
              </a:ext>
            </a:extLst>
          </p:cNvPr>
          <p:cNvSpPr txBox="1"/>
          <p:nvPr/>
        </p:nvSpPr>
        <p:spPr>
          <a:xfrm>
            <a:off x="5118600" y="3343869"/>
            <a:ext cx="3122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760EC5-8E48-40B7-AFBC-13C75C1ECC42}"/>
              </a:ext>
            </a:extLst>
          </p:cNvPr>
          <p:cNvSpPr txBox="1"/>
          <p:nvPr/>
        </p:nvSpPr>
        <p:spPr>
          <a:xfrm>
            <a:off x="5394658" y="3086152"/>
            <a:ext cx="3122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B3585D-8B9F-4B29-BF19-60B5BE9226D0}"/>
              </a:ext>
            </a:extLst>
          </p:cNvPr>
          <p:cNvSpPr txBox="1"/>
          <p:nvPr/>
        </p:nvSpPr>
        <p:spPr>
          <a:xfrm>
            <a:off x="6637086" y="3411630"/>
            <a:ext cx="3159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5E5644-80B0-4E86-A88C-84CE6C1A76B2}"/>
              </a:ext>
            </a:extLst>
          </p:cNvPr>
          <p:cNvSpPr txBox="1"/>
          <p:nvPr/>
        </p:nvSpPr>
        <p:spPr>
          <a:xfrm>
            <a:off x="7012818" y="3528535"/>
            <a:ext cx="3159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4CE599-8215-43CC-B28C-6317633BA0E7}"/>
              </a:ext>
            </a:extLst>
          </p:cNvPr>
          <p:cNvSpPr txBox="1"/>
          <p:nvPr/>
        </p:nvSpPr>
        <p:spPr>
          <a:xfrm>
            <a:off x="7594640" y="3590679"/>
            <a:ext cx="3159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BD05FA-08B5-4721-A151-B2E565D88CEC}"/>
              </a:ext>
            </a:extLst>
          </p:cNvPr>
          <p:cNvSpPr txBox="1"/>
          <p:nvPr/>
        </p:nvSpPr>
        <p:spPr>
          <a:xfrm>
            <a:off x="8378759" y="3746035"/>
            <a:ext cx="31594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1ADFD9D5-EC58-45C0-BD3B-373475C7FA53}"/>
              </a:ext>
            </a:extLst>
          </p:cNvPr>
          <p:cNvCxnSpPr>
            <a:stCxn id="5" idx="0"/>
            <a:endCxn id="6" idx="0"/>
          </p:cNvCxnSpPr>
          <p:nvPr/>
        </p:nvCxnSpPr>
        <p:spPr>
          <a:xfrm rot="5400000" flipH="1" flipV="1">
            <a:off x="6043557" y="-610868"/>
            <a:ext cx="1" cy="3529990"/>
          </a:xfrm>
          <a:prstGeom prst="curvedConnector3">
            <a:avLst>
              <a:gd name="adj1" fmla="val 2286010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013DE14-6CC6-4D4B-9337-9BC659F491C4}"/>
              </a:ext>
            </a:extLst>
          </p:cNvPr>
          <p:cNvCxnSpPr>
            <a:cxnSpLocks/>
          </p:cNvCxnSpPr>
          <p:nvPr/>
        </p:nvCxnSpPr>
        <p:spPr>
          <a:xfrm flipV="1">
            <a:off x="3488264" y="5546718"/>
            <a:ext cx="1" cy="41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644F456-57D4-489E-8463-AE71B1A363DE}"/>
              </a:ext>
            </a:extLst>
          </p:cNvPr>
          <p:cNvCxnSpPr>
            <a:cxnSpLocks/>
          </p:cNvCxnSpPr>
          <p:nvPr/>
        </p:nvCxnSpPr>
        <p:spPr>
          <a:xfrm flipV="1">
            <a:off x="4800598" y="5546718"/>
            <a:ext cx="1" cy="41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4D1D8C9-93D0-43FE-8ACD-4DBB153E74F1}"/>
              </a:ext>
            </a:extLst>
          </p:cNvPr>
          <p:cNvCxnSpPr>
            <a:cxnSpLocks/>
          </p:cNvCxnSpPr>
          <p:nvPr/>
        </p:nvCxnSpPr>
        <p:spPr>
          <a:xfrm flipV="1">
            <a:off x="6112932" y="5546717"/>
            <a:ext cx="1" cy="41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4C33F83-96F3-442A-9EB7-CE64F42F288E}"/>
              </a:ext>
            </a:extLst>
          </p:cNvPr>
          <p:cNvCxnSpPr>
            <a:cxnSpLocks/>
          </p:cNvCxnSpPr>
          <p:nvPr/>
        </p:nvCxnSpPr>
        <p:spPr>
          <a:xfrm flipV="1">
            <a:off x="7425265" y="5546717"/>
            <a:ext cx="1" cy="41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C995425-CAF1-40A9-B5AB-251C89251100}"/>
              </a:ext>
            </a:extLst>
          </p:cNvPr>
          <p:cNvCxnSpPr>
            <a:cxnSpLocks/>
          </p:cNvCxnSpPr>
          <p:nvPr/>
        </p:nvCxnSpPr>
        <p:spPr>
          <a:xfrm flipV="1">
            <a:off x="8737034" y="5546717"/>
            <a:ext cx="1" cy="41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8F291220-BD00-464C-9931-4B5ACC2F223C}"/>
              </a:ext>
            </a:extLst>
          </p:cNvPr>
          <p:cNvCxnSpPr>
            <a:stCxn id="5" idx="1"/>
            <a:endCxn id="5" idx="2"/>
          </p:cNvCxnSpPr>
          <p:nvPr/>
        </p:nvCxnSpPr>
        <p:spPr>
          <a:xfrm rot="16200000" flipH="1" flipV="1">
            <a:off x="3266765" y="1573226"/>
            <a:ext cx="592697" cy="245503"/>
          </a:xfrm>
          <a:prstGeom prst="curvedConnector4">
            <a:avLst>
              <a:gd name="adj1" fmla="val -19993"/>
              <a:gd name="adj2" fmla="val 251743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B922BC5B-B53B-4A49-B838-C93993B6AA53}"/>
              </a:ext>
            </a:extLst>
          </p:cNvPr>
          <p:cNvCxnSpPr>
            <a:cxnSpLocks/>
            <a:stCxn id="6" idx="6"/>
            <a:endCxn id="6" idx="7"/>
          </p:cNvCxnSpPr>
          <p:nvPr/>
        </p:nvCxnSpPr>
        <p:spPr>
          <a:xfrm flipH="1" flipV="1">
            <a:off x="8401249" y="1399629"/>
            <a:ext cx="245503" cy="592697"/>
          </a:xfrm>
          <a:prstGeom prst="curvedConnector4">
            <a:avLst>
              <a:gd name="adj1" fmla="val -158640"/>
              <a:gd name="adj2" fmla="val 132851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771A17-03DF-4F7D-8933-626C467DF0D6}"/>
              </a:ext>
            </a:extLst>
          </p:cNvPr>
          <p:cNvSpPr/>
          <p:nvPr/>
        </p:nvSpPr>
        <p:spPr>
          <a:xfrm>
            <a:off x="1655575" y="1666359"/>
            <a:ext cx="707780" cy="65193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F30311-1EC5-4727-8577-D439FB85C5D7}"/>
              </a:ext>
            </a:extLst>
          </p:cNvPr>
          <p:cNvCxnSpPr>
            <a:cxnSpLocks/>
            <a:stCxn id="29" idx="5"/>
            <a:endCxn id="5" idx="2"/>
          </p:cNvCxnSpPr>
          <p:nvPr/>
        </p:nvCxnSpPr>
        <p:spPr>
          <a:xfrm>
            <a:off x="2186410" y="1992326"/>
            <a:ext cx="125395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C8BE43D9-D484-45DC-A342-CF9AE4554C9F}"/>
              </a:ext>
            </a:extLst>
          </p:cNvPr>
          <p:cNvSpPr/>
          <p:nvPr/>
        </p:nvSpPr>
        <p:spPr>
          <a:xfrm>
            <a:off x="10077649" y="1666359"/>
            <a:ext cx="707780" cy="65193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B6B915-FACD-44F4-BB62-96739E9F14E8}"/>
              </a:ext>
            </a:extLst>
          </p:cNvPr>
          <p:cNvCxnSpPr>
            <a:stCxn id="58" idx="1"/>
            <a:endCxn id="6" idx="6"/>
          </p:cNvCxnSpPr>
          <p:nvPr/>
        </p:nvCxnSpPr>
        <p:spPr>
          <a:xfrm flipH="1">
            <a:off x="8646752" y="1992326"/>
            <a:ext cx="16078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A1D556-E743-4582-B115-A9DC410ABED6}"/>
              </a:ext>
            </a:extLst>
          </p:cNvPr>
          <p:cNvSpPr txBox="1"/>
          <p:nvPr/>
        </p:nvSpPr>
        <p:spPr>
          <a:xfrm>
            <a:off x="2525582" y="1807660"/>
            <a:ext cx="3994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??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5A35E7-4286-4632-9D14-0A7898BAA1E4}"/>
              </a:ext>
            </a:extLst>
          </p:cNvPr>
          <p:cNvSpPr txBox="1"/>
          <p:nvPr/>
        </p:nvSpPr>
        <p:spPr>
          <a:xfrm>
            <a:off x="2945394" y="1253663"/>
            <a:ext cx="3994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??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F009A7-83F7-4D5D-96AA-9EF27A28D875}"/>
              </a:ext>
            </a:extLst>
          </p:cNvPr>
          <p:cNvSpPr txBox="1"/>
          <p:nvPr/>
        </p:nvSpPr>
        <p:spPr>
          <a:xfrm>
            <a:off x="9304437" y="1810319"/>
            <a:ext cx="3994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??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9A1544-1A80-41E0-86CA-74ACBE8D565A}"/>
              </a:ext>
            </a:extLst>
          </p:cNvPr>
          <p:cNvSpPr txBox="1"/>
          <p:nvPr/>
        </p:nvSpPr>
        <p:spPr>
          <a:xfrm>
            <a:off x="8787738" y="1253663"/>
            <a:ext cx="3994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955901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5</cp:revision>
  <dcterms:created xsi:type="dcterms:W3CDTF">2026-03-20T08:51:44Z</dcterms:created>
  <dcterms:modified xsi:type="dcterms:W3CDTF">2026-03-20T09:09:39Z</dcterms:modified>
</cp:coreProperties>
</file>