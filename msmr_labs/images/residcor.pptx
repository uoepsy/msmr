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0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D3A2-BC53-416A-9BB6-1409E9F1E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D4294-40F4-42A5-BE77-1B93253AA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F6800-FB56-4601-ADAC-057D5A9E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36A4C-B655-4933-82F9-0CB9E0E86EB5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DB6FA-D6B4-4C63-99BF-33B5418A3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B2E97-320F-4AD3-97E3-BE3DF276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56424-4071-4436-8ABA-E8AF4808BD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135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49C6-9D4A-4648-AF9E-066CE125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FD9C3-6794-42A9-B8D4-F87AEF6F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2DDB1-6FEE-4079-A2F6-D4884B275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36A4C-B655-4933-82F9-0CB9E0E86EB5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193C0-D6BD-41EE-B7CF-E03ABCA47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C6439-0383-4B72-911F-62E682843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56424-4071-4436-8ABA-E8AF4808BD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11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15548-6E52-434C-BBE1-41D518D5C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D0E12-415D-4315-A6F5-5B737578A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A1784-21B1-4ED9-8922-14EA494E6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36A4C-B655-4933-82F9-0CB9E0E86EB5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3EA73-AC64-402F-9AFA-EBE55D027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8DBC7-52EF-4DA8-BF3E-10EECEB1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56424-4071-4436-8ABA-E8AF4808BD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314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D9BBA-84E4-47B6-892D-18BEAE3A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2DC59-EC56-457A-8F4A-D529F55B2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CEDA5-6A83-441E-9ABF-7F58779E1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D3CB3-212F-41A2-BB65-36AD3AA66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36A4C-B655-4933-82F9-0CB9E0E86EB5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C03BC-3EA9-40FA-982C-44E1C30E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C43FB-7B7E-4FB9-AE40-5344E23D0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56424-4071-4436-8ABA-E8AF4808BD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661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70B4F-740F-45DD-8570-5575E77A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77E55-E078-42D1-9C28-E8E3B7CFD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906BC-7360-4A91-9F07-7156FB4C4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7979A-2D83-4E14-AFB8-340D5DE08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E98F51-E990-4771-8534-8F4E93E6B7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3B1DD-359C-4B15-9D54-B75B4F78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36A4C-B655-4933-82F9-0CB9E0E86EB5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51682-4856-4DC3-9995-BA44A8D9A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21268F-1436-48E3-89E7-41D716650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56424-4071-4436-8ABA-E8AF4808BD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740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A195-C9A0-4638-A86F-67FEA787F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A58D-E07A-4C1A-A844-47548B647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36A4C-B655-4933-82F9-0CB9E0E86EB5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0A97F-D0DA-4872-9F1B-82E701F3D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5D518-11E1-4506-8119-E597B4EBC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56424-4071-4436-8ABA-E8AF4808BD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365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9E618-2A50-457D-BB28-505475678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36A4C-B655-4933-82F9-0CB9E0E86EB5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56BA9-5D64-4FBA-9EA1-9BDC24016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99B5D-7B35-405A-960B-B8D46C72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56424-4071-4436-8ABA-E8AF4808BD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33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0CDC-2F53-426E-A0EF-B61A66F16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98AB2-4A57-4549-8F45-BBB4484BC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B7813-CFC1-48CC-A9E4-1D6196EA6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B8191-9EC1-4AB9-9E7D-EB33A405D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36A4C-B655-4933-82F9-0CB9E0E86EB5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25268-B16E-44C6-A7D1-EF5F821FD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AA82C-DB46-46D0-9A6A-F05329A30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56424-4071-4436-8ABA-E8AF4808BD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47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6D12-9042-4958-84F4-C53492154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D9A7B5-7864-4AFD-B453-BF81E1146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4A314-B16A-4E1D-B040-80D6ADC8E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2827F-95E1-4AEC-9954-C6881511D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36A4C-B655-4933-82F9-0CB9E0E86EB5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D810F-8349-4806-83E0-CB834725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336BE-38C3-4F6F-A4A2-66ECEE06E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56424-4071-4436-8ABA-E8AF4808BD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444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2232-0C38-4EB4-BCA5-8E9208C67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5EEF6-6F54-4026-B751-559511BDD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8C848-CC50-40E9-B7A4-25EE52E5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36A4C-B655-4933-82F9-0CB9E0E86EB5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0FD6F-74A7-4B15-B82C-5432C2D4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45205-22E1-4697-A29E-CC21FD621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56424-4071-4436-8ABA-E8AF4808BD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1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9AD494-098D-4207-8012-7DF6DA9DC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3E24A-11A8-4EF6-8829-9A4C9880D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AE082-DA97-406B-87E1-9CAF0DF9A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36A4C-B655-4933-82F9-0CB9E0E86EB5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C6B1F-A77F-4FAE-8E24-2CB90268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53A39-90D8-4029-A90F-A44C554A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56424-4071-4436-8ABA-E8AF4808BD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44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334A1-4F50-4B8A-B328-77B0BDEE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C3B4F-7FC6-4933-A73D-1EC3E9463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5CA14-5A91-492A-9E3E-144C82AC0C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36A4C-B655-4933-82F9-0CB9E0E86EB5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05DC2-E9F0-4B03-8B77-46CED0D8D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4EBC9-1E8D-4C40-AE57-DC0E05C8D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56424-4071-4436-8ABA-E8AF4808BD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780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val 61">
            <a:extLst>
              <a:ext uri="{FF2B5EF4-FFF2-40B4-BE49-F238E27FC236}">
                <a16:creationId xmlns:a16="http://schemas.microsoft.com/office/drawing/2014/main" id="{132C0841-6A24-46F8-8C6A-58547C095EC6}"/>
              </a:ext>
            </a:extLst>
          </p:cNvPr>
          <p:cNvSpPr/>
          <p:nvPr/>
        </p:nvSpPr>
        <p:spPr>
          <a:xfrm>
            <a:off x="5433180" y="5311410"/>
            <a:ext cx="1358001" cy="119051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Love of chocolate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8F38DD-216A-4A15-9D4D-3D079CF9487A}"/>
              </a:ext>
            </a:extLst>
          </p:cNvPr>
          <p:cNvGrpSpPr/>
          <p:nvPr/>
        </p:nvGrpSpPr>
        <p:grpSpPr>
          <a:xfrm>
            <a:off x="1387346" y="587565"/>
            <a:ext cx="9417308" cy="4316912"/>
            <a:chOff x="2123892" y="1645898"/>
            <a:chExt cx="9417308" cy="431691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278DF71-0CD8-4CE4-BC3F-297A909B1CA9}"/>
                </a:ext>
              </a:extLst>
            </p:cNvPr>
            <p:cNvSpPr/>
            <p:nvPr/>
          </p:nvSpPr>
          <p:spPr>
            <a:xfrm>
              <a:off x="5138002" y="1645898"/>
              <a:ext cx="3427201" cy="1397000"/>
            </a:xfrm>
            <a:prstGeom prst="ellipse">
              <a:avLst/>
            </a:prstGeom>
            <a:solidFill>
              <a:srgbClr val="EA04F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/>
                <a:t>Love of biscuits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42D8296-2C78-4BDC-A83D-BD9FC06851DD}"/>
                </a:ext>
              </a:extLst>
            </p:cNvPr>
            <p:cNvGrpSpPr/>
            <p:nvPr/>
          </p:nvGrpSpPr>
          <p:grpSpPr>
            <a:xfrm>
              <a:off x="3512093" y="4967560"/>
              <a:ext cx="1025500" cy="995250"/>
              <a:chOff x="2877243" y="5024879"/>
              <a:chExt cx="1025500" cy="995250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73F22C76-3865-4A9F-B7CB-B99B640AD4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77243" y="5024879"/>
                <a:ext cx="1015074" cy="959562"/>
              </a:xfrm>
              <a:prstGeom prst="rect">
                <a:avLst/>
              </a:prstGeom>
              <a:ln w="19050">
                <a:noFill/>
              </a:ln>
            </p:spPr>
          </p:pic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9919036-C24A-40AA-AA79-803D51796CE1}"/>
                  </a:ext>
                </a:extLst>
              </p:cNvPr>
              <p:cNvSpPr/>
              <p:nvPr/>
            </p:nvSpPr>
            <p:spPr>
              <a:xfrm>
                <a:off x="2887670" y="5024879"/>
                <a:ext cx="1015073" cy="9952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15D311-91DE-4C44-A233-1293ADDC064D}"/>
                </a:ext>
              </a:extLst>
            </p:cNvPr>
            <p:cNvGrpSpPr/>
            <p:nvPr/>
          </p:nvGrpSpPr>
          <p:grpSpPr>
            <a:xfrm>
              <a:off x="2123892" y="4967560"/>
              <a:ext cx="1015073" cy="995250"/>
              <a:chOff x="2001550" y="2930147"/>
              <a:chExt cx="1015073" cy="995250"/>
            </a:xfrm>
          </p:grpSpPr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9D2A2122-F765-42B7-A6A4-1F5E15E84C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1391" y="3011678"/>
                <a:ext cx="895393" cy="832189"/>
              </a:xfrm>
              <a:prstGeom prst="rect">
                <a:avLst/>
              </a:prstGeom>
              <a:ln w="19050">
                <a:noFill/>
              </a:ln>
            </p:spPr>
          </p:pic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2E30A3B-28FE-45E7-9232-A9DAF23BBE36}"/>
                  </a:ext>
                </a:extLst>
              </p:cNvPr>
              <p:cNvSpPr/>
              <p:nvPr/>
            </p:nvSpPr>
            <p:spPr>
              <a:xfrm>
                <a:off x="2001550" y="2930147"/>
                <a:ext cx="1015073" cy="9952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BCBDABB-0C6E-4577-9238-A8243CAACD04}"/>
                </a:ext>
              </a:extLst>
            </p:cNvPr>
            <p:cNvGrpSpPr/>
            <p:nvPr/>
          </p:nvGrpSpPr>
          <p:grpSpPr>
            <a:xfrm>
              <a:off x="4900295" y="4967560"/>
              <a:ext cx="1015073" cy="995250"/>
              <a:chOff x="4628435" y="3365945"/>
              <a:chExt cx="1015073" cy="995250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76038A85-BFB1-45D3-8B17-B137DDBE99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9312490">
                <a:off x="4628435" y="3558085"/>
                <a:ext cx="1015073" cy="610968"/>
              </a:xfrm>
              <a:prstGeom prst="rect">
                <a:avLst/>
              </a:prstGeom>
              <a:ln w="19050">
                <a:noFill/>
              </a:ln>
            </p:spPr>
          </p:pic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7DDA7BE-5840-44BE-B2ED-3A96444E4D7C}"/>
                  </a:ext>
                </a:extLst>
              </p:cNvPr>
              <p:cNvSpPr/>
              <p:nvPr/>
            </p:nvSpPr>
            <p:spPr>
              <a:xfrm>
                <a:off x="4628435" y="3365945"/>
                <a:ext cx="1015073" cy="9952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8190EBE-F631-4267-A61C-8F3EF96888FD}"/>
                </a:ext>
              </a:extLst>
            </p:cNvPr>
            <p:cNvGrpSpPr/>
            <p:nvPr/>
          </p:nvGrpSpPr>
          <p:grpSpPr>
            <a:xfrm>
              <a:off x="6278070" y="4950154"/>
              <a:ext cx="1147067" cy="995250"/>
              <a:chOff x="6021429" y="4594100"/>
              <a:chExt cx="1147067" cy="99525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02B324FE-DB7B-4DB7-9521-21C72242BE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1429" y="4626515"/>
                <a:ext cx="1147067" cy="860301"/>
              </a:xfrm>
              <a:prstGeom prst="rect">
                <a:avLst/>
              </a:prstGeom>
              <a:ln w="19050">
                <a:noFill/>
              </a:ln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ACA143D-4493-4594-8928-2699B653F569}"/>
                  </a:ext>
                </a:extLst>
              </p:cNvPr>
              <p:cNvSpPr/>
              <p:nvPr/>
            </p:nvSpPr>
            <p:spPr>
              <a:xfrm>
                <a:off x="6096000" y="4594100"/>
                <a:ext cx="1015073" cy="9952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62C4728-C700-4A67-B8DF-EF8DFCB0513F}"/>
                </a:ext>
              </a:extLst>
            </p:cNvPr>
            <p:cNvGrpSpPr/>
            <p:nvPr/>
          </p:nvGrpSpPr>
          <p:grpSpPr>
            <a:xfrm>
              <a:off x="9154106" y="4954048"/>
              <a:ext cx="1015073" cy="997735"/>
              <a:chOff x="6875754" y="3082533"/>
              <a:chExt cx="1015073" cy="997735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5FFA2B85-5741-4B6E-8DD4-A580F65FF7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75754" y="3082533"/>
                <a:ext cx="930513" cy="937616"/>
              </a:xfrm>
              <a:prstGeom prst="rect">
                <a:avLst/>
              </a:prstGeom>
              <a:ln w="19050">
                <a:noFill/>
              </a:ln>
            </p:spPr>
          </p:pic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992C8A5-2DFF-40F4-B43B-D97EA594DF98}"/>
                  </a:ext>
                </a:extLst>
              </p:cNvPr>
              <p:cNvSpPr/>
              <p:nvPr/>
            </p:nvSpPr>
            <p:spPr>
              <a:xfrm>
                <a:off x="6875754" y="3085018"/>
                <a:ext cx="1015073" cy="9952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A7E83D5-EE63-42B3-B057-54A4817A689F}"/>
                </a:ext>
              </a:extLst>
            </p:cNvPr>
            <p:cNvGrpSpPr/>
            <p:nvPr/>
          </p:nvGrpSpPr>
          <p:grpSpPr>
            <a:xfrm>
              <a:off x="10526127" y="4949716"/>
              <a:ext cx="1015073" cy="995250"/>
              <a:chOff x="8171101" y="3054427"/>
              <a:chExt cx="1015073" cy="995250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21D6D6C0-6608-449A-8AEE-FF531DB3CA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55661" y="3082533"/>
                <a:ext cx="886695" cy="828360"/>
              </a:xfrm>
              <a:prstGeom prst="rect">
                <a:avLst/>
              </a:prstGeom>
              <a:ln w="19050">
                <a:noFill/>
              </a:ln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8CFE4E2-B74C-44F3-B774-BAE749C4E2BA}"/>
                  </a:ext>
                </a:extLst>
              </p:cNvPr>
              <p:cNvSpPr/>
              <p:nvPr/>
            </p:nvSpPr>
            <p:spPr>
              <a:xfrm>
                <a:off x="8171101" y="3054427"/>
                <a:ext cx="1015073" cy="9952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D2AD210-6435-4920-A277-79B1614DFE2A}"/>
                </a:ext>
              </a:extLst>
            </p:cNvPr>
            <p:cNvGrpSpPr/>
            <p:nvPr/>
          </p:nvGrpSpPr>
          <p:grpSpPr>
            <a:xfrm>
              <a:off x="7782085" y="4949716"/>
              <a:ext cx="1015073" cy="995250"/>
              <a:chOff x="8634819" y="4840608"/>
              <a:chExt cx="1015073" cy="995250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3CFE48B9-F3C2-4BA2-82B6-633AD4EF27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8678637" y="4840608"/>
                <a:ext cx="902490" cy="857459"/>
              </a:xfrm>
              <a:prstGeom prst="rect">
                <a:avLst/>
              </a:prstGeom>
              <a:ln w="19050">
                <a:noFill/>
              </a:ln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8108DBC-353E-4E2A-9BA4-F824559BACC4}"/>
                  </a:ext>
                </a:extLst>
              </p:cNvPr>
              <p:cNvSpPr/>
              <p:nvPr/>
            </p:nvSpPr>
            <p:spPr>
              <a:xfrm>
                <a:off x="8634819" y="4840608"/>
                <a:ext cx="1015073" cy="9952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EA59127-586A-4752-9E71-E8E99A03A382}"/>
                </a:ext>
              </a:extLst>
            </p:cNvPr>
            <p:cNvCxnSpPr>
              <a:cxnSpLocks/>
              <a:stCxn id="5" idx="4"/>
              <a:endCxn id="33" idx="0"/>
            </p:cNvCxnSpPr>
            <p:nvPr/>
          </p:nvCxnSpPr>
          <p:spPr>
            <a:xfrm flipH="1">
              <a:off x="2631429" y="3042898"/>
              <a:ext cx="4220174" cy="19246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ABABD7B-FB1B-498A-B8B6-819A6BC8BE73}"/>
                </a:ext>
              </a:extLst>
            </p:cNvPr>
            <p:cNvCxnSpPr>
              <a:stCxn id="5" idx="4"/>
              <a:endCxn id="37" idx="0"/>
            </p:cNvCxnSpPr>
            <p:nvPr/>
          </p:nvCxnSpPr>
          <p:spPr>
            <a:xfrm flipH="1">
              <a:off x="4030057" y="3042898"/>
              <a:ext cx="2821546" cy="19246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A6269F5-3004-4807-A0A7-CB7250D8BC06}"/>
                </a:ext>
              </a:extLst>
            </p:cNvPr>
            <p:cNvCxnSpPr>
              <a:stCxn id="5" idx="4"/>
              <a:endCxn id="31" idx="0"/>
            </p:cNvCxnSpPr>
            <p:nvPr/>
          </p:nvCxnSpPr>
          <p:spPr>
            <a:xfrm flipH="1">
              <a:off x="5407832" y="3042898"/>
              <a:ext cx="1443771" cy="19246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99D8E99-B3BA-4250-9E6F-3666110625CD}"/>
                </a:ext>
              </a:extLst>
            </p:cNvPr>
            <p:cNvCxnSpPr>
              <a:stCxn id="5" idx="4"/>
              <a:endCxn id="29" idx="0"/>
            </p:cNvCxnSpPr>
            <p:nvPr/>
          </p:nvCxnSpPr>
          <p:spPr>
            <a:xfrm>
              <a:off x="6851603" y="3042898"/>
              <a:ext cx="8575" cy="19072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9485919-99FA-48A8-A054-869F09AF4528}"/>
                </a:ext>
              </a:extLst>
            </p:cNvPr>
            <p:cNvCxnSpPr>
              <a:stCxn id="5" idx="4"/>
              <a:endCxn id="23" idx="0"/>
            </p:cNvCxnSpPr>
            <p:nvPr/>
          </p:nvCxnSpPr>
          <p:spPr>
            <a:xfrm>
              <a:off x="6851603" y="3042898"/>
              <a:ext cx="1438019" cy="19068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BE6A7D3-725B-4BC7-BECE-60B578F14F30}"/>
                </a:ext>
              </a:extLst>
            </p:cNvPr>
            <p:cNvCxnSpPr>
              <a:stCxn id="5" idx="4"/>
              <a:endCxn id="27" idx="0"/>
            </p:cNvCxnSpPr>
            <p:nvPr/>
          </p:nvCxnSpPr>
          <p:spPr>
            <a:xfrm>
              <a:off x="6851603" y="3042898"/>
              <a:ext cx="2810040" cy="19136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861542C-1760-45B8-B8AE-DB21EDA5CAC3}"/>
                </a:ext>
              </a:extLst>
            </p:cNvPr>
            <p:cNvCxnSpPr>
              <a:stCxn id="5" idx="4"/>
              <a:endCxn id="25" idx="0"/>
            </p:cNvCxnSpPr>
            <p:nvPr/>
          </p:nvCxnSpPr>
          <p:spPr>
            <a:xfrm>
              <a:off x="6851603" y="3042898"/>
              <a:ext cx="4182061" cy="19068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3B251357-F928-4FBC-82FE-C486C79E6D10}"/>
              </a:ext>
            </a:extLst>
          </p:cNvPr>
          <p:cNvCxnSpPr>
            <a:stCxn id="31" idx="2"/>
            <a:endCxn id="23" idx="2"/>
          </p:cNvCxnSpPr>
          <p:nvPr/>
        </p:nvCxnSpPr>
        <p:spPr>
          <a:xfrm rot="5400000" flipH="1" flipV="1">
            <a:off x="6103259" y="3454660"/>
            <a:ext cx="17844" cy="2881790"/>
          </a:xfrm>
          <a:prstGeom prst="curvedConnector3">
            <a:avLst>
              <a:gd name="adj1" fmla="val -4317787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069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2</cp:revision>
  <dcterms:created xsi:type="dcterms:W3CDTF">2026-03-13T13:20:11Z</dcterms:created>
  <dcterms:modified xsi:type="dcterms:W3CDTF">2026-03-13T13:20:36Z</dcterms:modified>
</cp:coreProperties>
</file>